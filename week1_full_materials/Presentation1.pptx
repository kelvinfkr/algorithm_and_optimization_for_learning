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C89E3-1738-B614-069B-D859B96F9A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8BECEF-E483-23E0-1218-739A7D88A3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85521-376F-840B-4333-B819C787C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57E6A-8366-9D48-8D68-C61F4F5B979B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5CBA0-52FA-28BE-6AD8-9F9D2D38A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AC9AF-667D-7715-7621-297287D70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A3E44-7213-DC4D-860A-AEE0CC7F2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163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3FD37-9183-4FC9-534C-7A64D2058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4FF78-95C2-E6E1-9E9F-364EBC2F0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4563B-C801-62C8-CF0F-7922AC3FF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57E6A-8366-9D48-8D68-C61F4F5B979B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D44EF-69BE-518D-40FD-1E9E5DBB2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829AC-F8EC-8D57-A6CE-7D923D42F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A3E44-7213-DC4D-860A-AEE0CC7F2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470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08D26-071C-BA9D-B83B-71CC84009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42A987-49EA-06EA-F932-8DF115414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7CA72D-3E34-08E2-04FA-71F6B3D8F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57E6A-8366-9D48-8D68-C61F4F5B979B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F8D9CD-F291-E1F8-1E9A-47EF5B2CD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F3247-BC51-1144-290A-90ADAA83F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A3E44-7213-DC4D-860A-AEE0CC7F2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869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94C7E-E953-B01D-530D-B82640DDD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17979-5522-D27F-47BC-B3B915D7A6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B5D7D-C50D-5202-DFD5-27BCA3CD38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8AE627-83F4-2C24-21B7-1E0B1B1B8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57E6A-8366-9D48-8D68-C61F4F5B979B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EB9FDD-BD6D-B049-B5A6-A3EA17412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4CB009-FBEA-74D5-F4BF-CBAD9E32F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A3E44-7213-DC4D-860A-AEE0CC7F2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736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3C0F9-297D-673E-3576-4E45289B2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7057E2-2F71-A473-4835-2CAA17B2AD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15AB29-8099-4664-FA0E-C79F684618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207CFE-82A8-577A-2667-3CB05D72B2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D65EF5-B77B-7D4E-F5F8-2B2BA37A7C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2E0C0D-B83C-4D8F-7230-33166505B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57E6A-8366-9D48-8D68-C61F4F5B979B}" type="datetimeFigureOut">
              <a:rPr lang="en-US" smtClean="0"/>
              <a:t>3/3/26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02119C-F785-4205-4600-BD7DE1677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8CBA12-F5FD-1F68-C0E4-7066C7441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A3E44-7213-DC4D-860A-AEE0CC7F2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904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C31B8-2703-9621-2206-A0B886493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A2F293-8817-4CB6-6840-ECC5DF06A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57E6A-8366-9D48-8D68-C61F4F5B979B}" type="datetimeFigureOut">
              <a:rPr lang="en-US" smtClean="0"/>
              <a:t>3/3/26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E95DE8-0785-06A4-F6E2-4831343D8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EB8773-D128-A911-2C5B-6326BA335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A3E44-7213-DC4D-860A-AEE0CC7F2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732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FC411D-D917-CBFD-3045-CB40535A8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57E6A-8366-9D48-8D68-C61F4F5B979B}" type="datetimeFigureOut">
              <a:rPr lang="en-US" smtClean="0"/>
              <a:t>3/3/26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8E5210-9222-DAE7-EB14-AB7FA9777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B7A54-2A39-0150-3A59-4D5AF3845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A3E44-7213-DC4D-860A-AEE0CC7F2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99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6B6AF-E974-F364-E736-4DC473C0C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0E398-E492-D44E-011D-1477859C2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D64A77-412C-2630-9D16-28C0F68904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BC9E2E-0B15-9AF4-A0A7-F7443E62A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57E6A-8366-9D48-8D68-C61F4F5B979B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34D7CE-3115-1339-9509-D6E10E9B0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0FD617-13B6-3800-1A72-5E2EC7358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A3E44-7213-DC4D-860A-AEE0CC7F2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249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FB56B-8DF3-34C8-DB1A-2DE954A0F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9E0435-B887-776E-94FE-8358DC91B9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F8E91B-B364-04DF-B4F3-BF277135D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A5DD93-1902-767B-E3FA-8F3B5E175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57E6A-8366-9D48-8D68-C61F4F5B979B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7C3825-3F26-F6F1-07D6-3A40283FD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E46B9-4624-65EC-6729-6CECF51A0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A3E44-7213-DC4D-860A-AEE0CC7F2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090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A187D-9FDF-758B-7633-F8B3DF4D6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FE7810-DB23-B490-DAB9-30E8CC88DB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2DB1E7-DF65-1419-9B9D-BAA8D14D2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57E6A-8366-9D48-8D68-C61F4F5B979B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E4489-F3FA-999A-CEC1-B6D986DA9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ED0004-973B-CBB8-A76F-E54F5A748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A3E44-7213-DC4D-860A-AEE0CC7F2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790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24C3A7-475B-3FC7-659F-3C5DF5924D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7DF407-C7E1-5598-37E8-AE862B38EB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17235-8A49-BD66-AFA0-EAF00C47F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57E6A-8366-9D48-8D68-C61F4F5B979B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92206-6D82-A2DA-A090-B0BB10E49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7FE16-B32D-3E36-4314-8B45D4A8A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A3E44-7213-DC4D-860A-AEE0CC7F2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108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CDD2BD-E4B9-D478-ED0B-8DE18AF31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0C16AD-0A9E-FA5A-01A0-1CA0E913D1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27396-8C22-275C-6A50-22C42540F4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457E6A-8366-9D48-8D68-C61F4F5B979B}" type="datetimeFigureOut">
              <a:rPr lang="en-US" smtClean="0"/>
              <a:t>3/3/26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50A2E-78ED-C896-03D9-DDD1715322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E58EA2-F840-16F3-E390-032358FFD8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7A3E44-7213-DC4D-860A-AEE0CC7F2E5D}" type="slidenum">
              <a:rPr lang="en-US" smtClean="0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20838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4B3A44F-E745-5F8F-6DAE-D74A873DB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676" y="265807"/>
            <a:ext cx="8689356" cy="6256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327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5F852E7-78AD-4596-2175-E98E4B480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313" y="256642"/>
            <a:ext cx="6746789" cy="6449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286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5A8AE-BE40-B2CA-02EB-1AAC6600C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07" y="154919"/>
            <a:ext cx="10515600" cy="1325563"/>
          </a:xfrm>
        </p:spPr>
        <p:txBody>
          <a:bodyPr/>
          <a:lstStyle/>
          <a:p>
            <a:r>
              <a:rPr lang="en-US" dirty="0" err="1"/>
              <a:t>创智助教</a:t>
            </a:r>
            <a:br>
              <a:rPr lang="en-US" dirty="0"/>
            </a:br>
            <a:r>
              <a:rPr lang="en-US" altLang="ja-JP" dirty="0"/>
              <a:t>253107020007@</a:t>
            </a:r>
            <a:r>
              <a:rPr lang="en-US" dirty="0"/>
              <a:t>sii.edu.cn</a:t>
            </a:r>
            <a:endParaRPr dirty="0"/>
          </a:p>
        </p:txBody>
      </p:sp>
      <p:pic>
        <p:nvPicPr>
          <p:cNvPr id="5" name="Content Placeholder 4" descr="A qr code with a picture of two people&#10;&#10;AI-generated content may be incorrect.">
            <a:extLst>
              <a:ext uri="{FF2B5EF4-FFF2-40B4-BE49-F238E27FC236}">
                <a16:creationId xmlns:a16="http://schemas.microsoft.com/office/drawing/2014/main" id="{4B236CB1-8119-78E9-FAC3-1E39CE00CC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" t="21695" r="1153" b="24751"/>
          <a:stretch>
            <a:fillRect/>
          </a:stretch>
        </p:blipFill>
        <p:spPr>
          <a:xfrm>
            <a:off x="3649393" y="1318748"/>
            <a:ext cx="4580207" cy="5384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968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CA5D4-4B42-8258-21B4-0BCBC8BF6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同济助教</a:t>
            </a:r>
            <a:br>
              <a:rPr lang="en-US" dirty="0"/>
            </a:br>
            <a:r>
              <a:rPr lang="en-US" dirty="0"/>
              <a:t>2311788@tongji.edu.cn</a:t>
            </a:r>
            <a:endParaRPr dirty="0"/>
          </a:p>
        </p:txBody>
      </p:sp>
      <p:pic>
        <p:nvPicPr>
          <p:cNvPr id="5" name="Picture 4" descr="A qr code with two elephants&#10;&#10;AI-generated content may be incorrect.">
            <a:extLst>
              <a:ext uri="{FF2B5EF4-FFF2-40B4-BE49-F238E27FC236}">
                <a16:creationId xmlns:a16="http://schemas.microsoft.com/office/drawing/2014/main" id="{8E7B94A6-55F2-A36E-7DF4-6FC4DF01F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3740" y="1747454"/>
            <a:ext cx="3744520" cy="511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656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18</Words>
  <Application>Microsoft Macintosh PowerPoint</Application>
  <PresentationFormat>Widescreen</PresentationFormat>
  <Paragraphs>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创智助教 253107020007@sii.edu.cn</vt:lpstr>
      <vt:lpstr>同济助教 2311788@tongji.edu.cn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c37302</dc:creator>
  <cp:lastModifiedBy>c37302</cp:lastModifiedBy>
  <cp:revision>2</cp:revision>
  <dcterms:created xsi:type="dcterms:W3CDTF">2026-03-03T15:04:35Z</dcterms:created>
  <dcterms:modified xsi:type="dcterms:W3CDTF">2026-03-03T15:27:48Z</dcterms:modified>
</cp:coreProperties>
</file>